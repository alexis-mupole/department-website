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61BF-3311-09DF-2CEA-9D1E9FFC2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6175A-2FE8-C388-1760-80E0FC7DD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97E0B-46BA-2AA6-0014-8BD06AC8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8426-4EE5-4AF8-89AF-E57DBC1B7148}" type="datetimeFigureOut">
              <a:rPr lang="en-UG" smtClean="0"/>
              <a:t>13/03/2026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78F7-5E9B-51C5-B53A-5E790F783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21CE4-8EB0-B8C2-E77D-5D357C3F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31EC2-9A61-450B-A26B-90DAF675626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144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9A42-E03F-9C76-FAA7-F7C3AB21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EC464-CC0B-8D2F-ADEC-406326C20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02276-1B9E-C3A7-41C4-05EA9DCB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8426-4EE5-4AF8-89AF-E57DBC1B7148}" type="datetimeFigureOut">
              <a:rPr lang="en-UG" smtClean="0"/>
              <a:t>13/03/2026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8E588-AFD2-FAD8-9087-FE21D2C2C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A8904-9B1A-37E8-FE62-07DB6285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31EC2-9A61-450B-A26B-90DAF675626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921832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ABCE-AAE6-673F-3F89-008475C0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30AFF-0E26-1CD1-CBD2-FFBC8A7C6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01FDD-2EB5-164E-5587-B2CAF215F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8426-4EE5-4AF8-89AF-E57DBC1B7148}" type="datetimeFigureOut">
              <a:rPr lang="en-UG" smtClean="0"/>
              <a:t>13/03/2026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9E41-8D43-8488-A897-87FDF91E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0ACF7-9EF1-7109-3995-FE17A777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31EC2-9A61-450B-A26B-90DAF675626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43099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C0D2A-CFA3-664B-D035-42A7F6E3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CB88B-6EF3-B02E-FF2E-F1A07F24B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98E49-991A-7AC1-21FE-6028629FB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ACDC2-7991-C42E-D741-B56DBA790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8426-4EE5-4AF8-89AF-E57DBC1B7148}" type="datetimeFigureOut">
              <a:rPr lang="en-UG" smtClean="0"/>
              <a:t>13/03/2026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2B0C0-8B9C-0F93-4C63-948274783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2C636-029A-61BC-A444-7B22D632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31EC2-9A61-450B-A26B-90DAF675626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81613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66D8-6EF5-853F-9099-52BA492D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A2E0-1710-BF36-0F21-656D5A59C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4D3B5-2AC4-E09C-5F4A-D41D010A8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3D00B-2C73-B5D2-F757-E927FC354B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A1707-BDB6-353B-992C-F0C1F0833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E57FC1-CBA8-5744-6B94-88F4CA12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8426-4EE5-4AF8-89AF-E57DBC1B7148}" type="datetimeFigureOut">
              <a:rPr lang="en-UG" smtClean="0"/>
              <a:t>13/03/2026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6A41D6-1CA7-72B5-C03B-C1AD3A84A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4EB0E-3FE6-18D4-68CB-C6E1B256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31EC2-9A61-450B-A26B-90DAF675626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64552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3C18D-68A9-89F0-7FF1-A69E52DB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445485-86F1-4459-205C-68CD9AED7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8426-4EE5-4AF8-89AF-E57DBC1B7148}" type="datetimeFigureOut">
              <a:rPr lang="en-UG" smtClean="0"/>
              <a:t>13/03/2026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E0A76-5987-8155-57DE-69548C42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21C1E9-82CF-B42E-C679-3C4FF586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31EC2-9A61-450B-A26B-90DAF675626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7418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D5CBD-12AD-6AC4-C610-BCF8632C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8426-4EE5-4AF8-89AF-E57DBC1B7148}" type="datetimeFigureOut">
              <a:rPr lang="en-UG" smtClean="0"/>
              <a:t>13/03/2026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D79C31-16A8-6D45-B608-E7EBADDC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2D5DF-FF75-6A86-DB9A-ABE47A4E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31EC2-9A61-450B-A26B-90DAF675626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2011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4C986-AE5B-3B9D-DA56-7CDC177B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1CDBA-9101-FB24-5FA1-C4A3BA499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D59EC-0946-F9FB-D7B1-B4560EF92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3EBD3-E35F-4D1A-C58E-44E93EE53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8426-4EE5-4AF8-89AF-E57DBC1B7148}" type="datetimeFigureOut">
              <a:rPr lang="en-UG" smtClean="0"/>
              <a:t>13/03/2026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6483F-CFD6-2032-2644-ED4A6D974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1D0BE-4F13-B117-7910-CE2B175ED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31EC2-9A61-450B-A26B-90DAF675626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77396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135A-1F74-DF2E-9C89-D75887B8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F8015E-9878-CBDA-F9BF-0114E05B1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E4597-092B-E1A8-82CC-A3C4C5E8A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496F5-25BC-0EBA-B5F9-DD958F8B0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8426-4EE5-4AF8-89AF-E57DBC1B7148}" type="datetimeFigureOut">
              <a:rPr lang="en-UG" smtClean="0"/>
              <a:t>13/03/2026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B1EE2-4AA6-E2CC-50AD-66B27361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EAEC9-82AE-3824-8FB1-417312A4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31EC2-9A61-450B-A26B-90DAF675626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6518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9FFD-23B5-588B-AE26-5748C4C1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BCB6E-ACA7-ECEB-2D64-81FC98BA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BB2ED-E91A-B820-7D19-454BBB9DA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8426-4EE5-4AF8-89AF-E57DBC1B7148}" type="datetimeFigureOut">
              <a:rPr lang="en-UG" smtClean="0"/>
              <a:t>13/03/2026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6017B-DF37-1740-1F76-4D3A16E6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C0F38-A5AE-C47E-24B4-B3064748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31EC2-9A61-450B-A26B-90DAF675626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23021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11F79-E167-1288-EF5D-0EDEA9FE1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6A43-5A4D-864E-F599-91ABB1ABF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9E7A5-67A7-3FA8-4C1F-C7B02823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8426-4EE5-4AF8-89AF-E57DBC1B7148}" type="datetimeFigureOut">
              <a:rPr lang="en-UG" smtClean="0"/>
              <a:t>13/03/2026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C5C36-97B5-0A34-1DDF-0A791525D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31EEF-BC72-5545-8774-826DDBBA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31EC2-9A61-450B-A26B-90DAF675626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688985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E572DB-88C4-4D9C-1752-C19AA54BC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D77D5-4CAD-6588-3482-CF695159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367D9-2981-B120-4803-77DD455AD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E8426-4EE5-4AF8-89AF-E57DBC1B7148}" type="datetimeFigureOut">
              <a:rPr lang="en-UG" smtClean="0"/>
              <a:t>13/03/2026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0D71B-BB57-B873-11CF-840713DD7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A9F56-398D-DF07-10F4-86212084F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31EC2-9A61-450B-A26B-90DAF6756265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3741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F550D-FDBA-2DBB-2E30-620DFAF36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Department Website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B3C4B-C4A6-917F-76CD-0EC0F4492E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Group Task</a:t>
            </a:r>
            <a:endParaRPr lang="en-UG" b="1" dirty="0"/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3FDD4924-76E5-4EDF-0457-374A7AD2E41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876701" y="277798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81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512B7-02CD-BB13-7AED-424E5682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Instructions for Task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30082-11DE-2896-B979-BF48FD601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 your website and include : </a:t>
            </a:r>
            <a:r>
              <a:rPr lang="en-US" b="1" dirty="0"/>
              <a:t>CSS, university colors and all the important information that is necessary for your department</a:t>
            </a:r>
            <a:r>
              <a:rPr lang="en-US" dirty="0"/>
              <a:t>.</a:t>
            </a:r>
          </a:p>
          <a:p>
            <a:r>
              <a:rPr lang="en-US" dirty="0"/>
              <a:t>All groups </a:t>
            </a:r>
            <a:r>
              <a:rPr lang="en-US" b="1" dirty="0"/>
              <a:t>will present again their finished department website.</a:t>
            </a:r>
          </a:p>
          <a:p>
            <a:r>
              <a:rPr lang="en-US" dirty="0"/>
              <a:t>All groups should </a:t>
            </a:r>
            <a:r>
              <a:rPr lang="en-US" b="1" dirty="0"/>
              <a:t>host the website </a:t>
            </a:r>
            <a:r>
              <a:rPr lang="en-US" dirty="0"/>
              <a:t>on a free server.</a:t>
            </a:r>
          </a:p>
          <a:p>
            <a:r>
              <a:rPr lang="en-US" dirty="0"/>
              <a:t>Presentation will be done during class time, marks are individually given, </a:t>
            </a:r>
            <a:r>
              <a:rPr lang="en-US" b="1" dirty="0"/>
              <a:t>no presentation no marks</a:t>
            </a:r>
            <a:r>
              <a:rPr lang="en-US" dirty="0"/>
              <a:t>.</a:t>
            </a:r>
            <a:endParaRPr lang="en-UG" dirty="0"/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FF1A5453-C79F-4226-5711-E68994B89D9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876701" y="277798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4ED4-559E-9A51-8B16-304C8CA4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Qualities of a Good Website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2DADA-BEEF-BA28-BE30-AB7C7A38A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good university faculty or department website</a:t>
            </a:r>
            <a:r>
              <a:rPr lang="en-US" dirty="0"/>
              <a:t> should effectively communicate information, support teaching and research, and be easy for students, staff, and visitors to use. </a:t>
            </a:r>
          </a:p>
          <a:p>
            <a:r>
              <a:rPr lang="en-US" dirty="0"/>
              <a:t>Below are the key qualities such a website should have:</a:t>
            </a:r>
            <a:endParaRPr lang="en-UG" dirty="0"/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47324305-4A2D-380B-3AA0-10970B7BB63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876701" y="277798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89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AF19F-A948-76F5-BA8C-6CFEB64C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Clear and Organized Structure 🗂️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FE756-5829-08AB-36C2-4BBF189A2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Information should be arranged logically with clear menus and sections.</a:t>
            </a:r>
          </a:p>
          <a:p>
            <a:r>
              <a:rPr lang="en-US" dirty="0"/>
              <a:t>Important areas such as </a:t>
            </a:r>
            <a:r>
              <a:rPr lang="en-US" b="1" dirty="0"/>
              <a:t>Departments, Programs, Staff, Research, and Admissions</a:t>
            </a:r>
            <a:r>
              <a:rPr lang="en-US" dirty="0"/>
              <a:t> should be easy to find.</a:t>
            </a:r>
          </a:p>
          <a:p>
            <a:r>
              <a:rPr lang="en-US" dirty="0"/>
              <a:t>Use simple navigation so users can reach information in a few clicks.</a:t>
            </a:r>
          </a:p>
          <a:p>
            <a:pPr marL="0" indent="0">
              <a:buNone/>
            </a:pPr>
            <a:r>
              <a:rPr lang="en-US" b="1" dirty="0"/>
              <a:t>Example sections: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About the Faculty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Departments / Schools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Academic Programs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Research &amp; Publications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News &amp; Events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Contact Information</a:t>
            </a:r>
          </a:p>
          <a:p>
            <a:endParaRPr lang="en-UG" dirty="0"/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576A0EEC-E705-B142-38B5-0EE8E48D2AA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876701" y="277798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224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5730E-7380-F7AC-D456-797A85CD3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User-Friendly Design </a:t>
            </a:r>
            <a:r>
              <a:rPr lang="en-UG" b="1" dirty="0"/>
              <a:t>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B9108-AD11-683E-9D18-79D817AD8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 </a:t>
            </a:r>
            <a:r>
              <a:rPr lang="en-US" b="1" dirty="0"/>
              <a:t>layout with readable fonts and appropriate colors.</a:t>
            </a:r>
          </a:p>
          <a:p>
            <a:r>
              <a:rPr lang="en-US" dirty="0"/>
              <a:t>Consistent </a:t>
            </a:r>
            <a:r>
              <a:rPr lang="en-US" b="1" dirty="0"/>
              <a:t>design across all pages.</a:t>
            </a:r>
          </a:p>
          <a:p>
            <a:r>
              <a:rPr lang="en-US" dirty="0"/>
              <a:t>Mobile-friendly (responsive design) </a:t>
            </a:r>
            <a:r>
              <a:rPr lang="en-US" b="1" dirty="0"/>
              <a:t>so it works well on phones and tablets.</a:t>
            </a:r>
          </a:p>
          <a:p>
            <a:endParaRPr lang="en-UG" dirty="0"/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173EA409-2795-BF20-ACFE-86EB87E8967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876701" y="277798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48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D6E6-E39A-B0C1-D096-CB9D5B095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Accurate and Updated Information </a:t>
            </a:r>
            <a:r>
              <a:rPr lang="en-US" dirty="0"/>
              <a:t>🔄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55A6C-B009-EC10-3237-86DF66CC3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Content should be regularly updated to avoid outdated information.</a:t>
            </a:r>
          </a:p>
          <a:p>
            <a:r>
              <a:rPr lang="en-US" b="1" dirty="0"/>
              <a:t>Staff profiles, course descriptions, and announcements should be current.</a:t>
            </a:r>
          </a:p>
          <a:p>
            <a:r>
              <a:rPr lang="en-US" b="1" dirty="0"/>
              <a:t>Academic calendars and deadlines must be correct</a:t>
            </a:r>
            <a:r>
              <a:rPr lang="en-US" dirty="0"/>
              <a:t>.</a:t>
            </a:r>
            <a:endParaRPr lang="en-UG" dirty="0"/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3C8077D3-F631-882C-02AC-7CA38CF5A26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137958" y="275416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5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407B-685A-7FA1-D1C1-FE1C3B49A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Detailed Academic Information </a:t>
            </a:r>
            <a:r>
              <a:rPr lang="en-US" dirty="0"/>
              <a:t>📚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E81FA-FD81-E1BE-8FFB-C3CC81D3F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website should clearly explain: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Undergraduate and postgraduate programs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Course outlines and requirements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Admission criteria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Faculty research areas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Publications and projects</a:t>
            </a:r>
          </a:p>
          <a:p>
            <a:pPr marL="0" indent="0">
              <a:buNone/>
            </a:pPr>
            <a:r>
              <a:rPr lang="en-US" dirty="0"/>
              <a:t>This helps students understand the academic opportunities available.</a:t>
            </a:r>
          </a:p>
          <a:p>
            <a:endParaRPr lang="en-UG" dirty="0"/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DDD5CA8A-824C-AB99-5E05-9364DC42BDF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876701" y="277798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602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355A-6A74-E3E3-9CF3-385E9BA4B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Faculty and Staff Profiles 👩‍🏫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9DA5-63DF-CC85-9298-FAC5CAB92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Each lecturer or researcher should have a profile including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Name and title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Academic qualifications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Research interests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Publications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Contact information</a:t>
            </a:r>
          </a:p>
          <a:p>
            <a:r>
              <a:rPr lang="en-US" dirty="0"/>
              <a:t>This improves collaboration and academic visibility.</a:t>
            </a:r>
          </a:p>
          <a:p>
            <a:endParaRPr lang="en-UG" dirty="0"/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56F3DBE0-7161-9A51-4316-C2E78190ABA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876701" y="277798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44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76F1-04AC-479F-D2CD-324C5E8AA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Accessibility and Inclusiveness ♿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DB6F9-AC65-8A2C-06BB-E74E9E75E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website should be usable by people with disabilities.</a:t>
            </a:r>
          </a:p>
          <a:p>
            <a:r>
              <a:rPr lang="en-US" dirty="0"/>
              <a:t>Include features like: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Alt text for images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Good color contrast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Screen-reader compatibility.</a:t>
            </a:r>
            <a:endParaRPr lang="en-UG" dirty="0"/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6BCADC36-3F07-3E2F-28A5-868874C0691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876701" y="277798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646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AB29-EA85-D694-1C1F-D24D8573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7. Fast Loading and Technical Reliability ⚡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BCCA-D20A-B626-70BC-CCD0E4303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Pages should load quickly.</a:t>
            </a:r>
          </a:p>
          <a:p>
            <a:r>
              <a:rPr lang="en-US" dirty="0"/>
              <a:t>Minimal broken links or errors.</a:t>
            </a:r>
          </a:p>
          <a:p>
            <a:r>
              <a:rPr lang="en-US" dirty="0"/>
              <a:t>Secure connection (HTTPS) to protect user data.</a:t>
            </a:r>
            <a:endParaRPr lang="en-UG" dirty="0"/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C0690BF4-4BAA-AD1B-E7D5-CD29B03D595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374270" y="253177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16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201D-FB21-8C8D-D817-A71B6862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</a:t>
            </a:r>
            <a:r>
              <a:rPr lang="en-US" b="1" dirty="0"/>
              <a:t>. Interactive Features </a:t>
            </a:r>
            <a:r>
              <a:rPr lang="en-UG" dirty="0"/>
              <a:t>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5429F-9CAD-775C-E64B-337DE388C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Useful tools may include: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Online application portals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Course registration systems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Downloadable forms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Event registration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Student portals</a:t>
            </a:r>
          </a:p>
          <a:p>
            <a:endParaRPr lang="en-UG" dirty="0"/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50479EF4-7F9A-2A13-52C0-87AD647B11A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876701" y="277798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47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F9FD5-21AF-8F93-FD59-16CC86E86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936"/>
            <a:ext cx="10515600" cy="1325563"/>
          </a:xfrm>
        </p:spPr>
        <p:txBody>
          <a:bodyPr/>
          <a:lstStyle/>
          <a:p>
            <a:r>
              <a:rPr lang="en-US" dirty="0"/>
              <a:t>9</a:t>
            </a:r>
            <a:r>
              <a:rPr lang="en-US" b="1" dirty="0"/>
              <a:t>. Communication and Contact Information </a:t>
            </a:r>
            <a:r>
              <a:rPr lang="en-UG" dirty="0"/>
              <a:t>📞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8449E-4B2D-8FD2-8F5C-B425C0508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should easily find: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Email addresses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Phone numbers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Office locations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Inquiry forms</a:t>
            </a:r>
          </a:p>
          <a:p>
            <a:r>
              <a:rPr lang="en-US" dirty="0"/>
              <a:t>This helps students and researchers communicate with the faculty.</a:t>
            </a:r>
          </a:p>
          <a:p>
            <a:endParaRPr lang="en-UG" dirty="0"/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7E05EEAB-F07C-6A4D-009B-7E260B5A82A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798324" y="1073135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44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DF2A7-5D05-0539-D2F9-7290ABAB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10. News, Events, and Achievements 📰</a:t>
            </a:r>
            <a:endParaRPr lang="en-U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F137F-5953-CBD7-0508-FD215CF93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Highlight faculty achievements, conferences, seminars, and research breakthroughs.</a:t>
            </a:r>
          </a:p>
          <a:p>
            <a:r>
              <a:rPr lang="en-US" dirty="0"/>
              <a:t>Keeps the academic community engaged and informed.</a:t>
            </a:r>
          </a:p>
          <a:p>
            <a:endParaRPr lang="en-UG" dirty="0"/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20DEF1F5-6688-C72F-7C57-D9E846FE961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124896" y="253177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52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58C29-62BF-2F06-DE88-7FC1E912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dirty="0"/>
              <a:t>✅ </a:t>
            </a:r>
            <a:r>
              <a:rPr lang="en-US" b="1" dirty="0"/>
              <a:t>In summary: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C1A5B-CE0E-E391-BCE2-32220D76D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good university faculty website should be </a:t>
            </a:r>
            <a:r>
              <a:rPr lang="en-US" b="1" dirty="0"/>
              <a:t>well-organized, user-friendly, informative, accessible, secure, and regularly updated</a:t>
            </a:r>
            <a:r>
              <a:rPr lang="en-US" dirty="0"/>
              <a:t>, while also promoting the faculty’s teaching, research, and achievements.</a:t>
            </a:r>
            <a:endParaRPr lang="en-UG" dirty="0"/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9A6C4451-C8FB-953F-91CD-15AB11B6FAF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876701" y="277798"/>
            <a:ext cx="1817730" cy="1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65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503</Words>
  <Application>Microsoft Office PowerPoint</Application>
  <PresentationFormat>Widescreen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Department Website</vt:lpstr>
      <vt:lpstr>Instructions for Task</vt:lpstr>
      <vt:lpstr>Qualities of a Good Website</vt:lpstr>
      <vt:lpstr>1. Clear and Organized Structure 🗂️</vt:lpstr>
      <vt:lpstr>2. User-Friendly Design 🎨</vt:lpstr>
      <vt:lpstr>3. Accurate and Updated Information 🔄</vt:lpstr>
      <vt:lpstr>4. Detailed Academic Information 📚</vt:lpstr>
      <vt:lpstr>5. Faculty and Staff Profiles 👩‍🏫</vt:lpstr>
      <vt:lpstr>6. Accessibility and Inclusiveness ♿</vt:lpstr>
      <vt:lpstr>7. Fast Loading and Technical Reliability ⚡</vt:lpstr>
      <vt:lpstr>8. Interactive Features 💻</vt:lpstr>
      <vt:lpstr>9. Communication and Contact Information 📞</vt:lpstr>
      <vt:lpstr>10. News, Events, and Achievements 📰</vt:lpstr>
      <vt:lpstr>✅ In summary: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 Walusimbi</dc:creator>
  <cp:lastModifiedBy>Albert Walusimbi</cp:lastModifiedBy>
  <cp:revision>2</cp:revision>
  <dcterms:created xsi:type="dcterms:W3CDTF">2026-03-13T20:50:00Z</dcterms:created>
  <dcterms:modified xsi:type="dcterms:W3CDTF">2026-03-13T20:52:14Z</dcterms:modified>
</cp:coreProperties>
</file>